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cf95137f1444b5" /><Relationship Type="http://schemas.openxmlformats.org/officeDocument/2006/relationships/extended-properties" Target="/docProps/app.xml" Id="R6397bbab4fcc4d1c" /><Relationship Type="http://schemas.openxmlformats.org/officeDocument/2006/relationships/officeDocument" Target="/ppt/presentation.xml" Id="R28e51982477549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9507bb0e8743eb"/>
  </p:sldMasterIdLst>
  <p:notesMasterIdLst>
    <p:notesMasterId xmlns:r="http://schemas.openxmlformats.org/officeDocument/2006/relationships" r:id="R3d830b82fe254e0b"/>
  </p:notesMasterIdLst>
  <p:sldIdLst>
    <p:sldId xmlns:r="http://schemas.openxmlformats.org/officeDocument/2006/relationships" id="256" r:id="Ra0b7d346725448eb"/>
    <p:sldId xmlns:r="http://schemas.openxmlformats.org/officeDocument/2006/relationships" id="257" r:id="R6b66c5e9b52d4f7b"/>
    <p:sldId xmlns:r="http://schemas.openxmlformats.org/officeDocument/2006/relationships" id="258" r:id="Rf82303a81b1044cc"/>
    <p:sldId xmlns:r="http://schemas.openxmlformats.org/officeDocument/2006/relationships" id="259" r:id="R7698a4623b3c47da"/>
    <p:sldId xmlns:r="http://schemas.openxmlformats.org/officeDocument/2006/relationships" id="260" r:id="R6f052e7772584427"/>
    <p:sldId xmlns:r="http://schemas.openxmlformats.org/officeDocument/2006/relationships" id="261" r:id="R7e588872e29547a7"/>
    <p:sldId xmlns:r="http://schemas.openxmlformats.org/officeDocument/2006/relationships" id="262" r:id="R6cd32f273b5640c7"/>
    <p:sldId xmlns:r="http://schemas.openxmlformats.org/officeDocument/2006/relationships" id="263" r:id="R39bba9544c5143a4"/>
    <p:sldId xmlns:r="http://schemas.openxmlformats.org/officeDocument/2006/relationships" id="264" r:id="Ra3b8e414b23d43ea"/>
    <p:sldId xmlns:r="http://schemas.openxmlformats.org/officeDocument/2006/relationships" id="265" r:id="Ra6da9a008e474680"/>
    <p:sldId xmlns:r="http://schemas.openxmlformats.org/officeDocument/2006/relationships" id="266" r:id="Ra857a9eedec14901"/>
    <p:sldId xmlns:r="http://schemas.openxmlformats.org/officeDocument/2006/relationships" id="267" r:id="Rac9b9c2dfed54b25"/>
    <p:sldId xmlns:r="http://schemas.openxmlformats.org/officeDocument/2006/relationships" id="268" r:id="R6178a71cfa5a41c1"/>
    <p:sldId xmlns:r="http://schemas.openxmlformats.org/officeDocument/2006/relationships" id="269" r:id="R0a038aa4157546a6"/>
    <p:sldId xmlns:r="http://schemas.openxmlformats.org/officeDocument/2006/relationships" id="270" r:id="R515d448612c94a10"/>
    <p:sldId xmlns:r="http://schemas.openxmlformats.org/officeDocument/2006/relationships" id="271" r:id="Rbf417bc4429d4edb"/>
    <p:sldId xmlns:r="http://schemas.openxmlformats.org/officeDocument/2006/relationships" id="272" r:id="Rff71364370984e69"/>
    <p:sldId xmlns:r="http://schemas.openxmlformats.org/officeDocument/2006/relationships" id="273" r:id="Ra9ed249d2c6c4808"/>
    <p:sldId xmlns:r="http://schemas.openxmlformats.org/officeDocument/2006/relationships" id="274" r:id="R62fbe376c54b4331"/>
    <p:sldId xmlns:r="http://schemas.openxmlformats.org/officeDocument/2006/relationships" id="275" r:id="R136aa67e53884c54"/>
    <p:sldId xmlns:r="http://schemas.openxmlformats.org/officeDocument/2006/relationships" id="276" r:id="Rbdf32128278d4564"/>
    <p:sldId xmlns:r="http://schemas.openxmlformats.org/officeDocument/2006/relationships" id="277" r:id="R1ddb7403b8a8434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801f145141496c" /><Relationship Type="http://schemas.openxmlformats.org/officeDocument/2006/relationships/slideMaster" Target="/ppt/slideMasters/slideMaster1.xml" Id="Ra19507bb0e8743eb" /><Relationship Type="http://schemas.openxmlformats.org/officeDocument/2006/relationships/notesMaster" Target="/ppt/notesMasters/notesMaster1.xml" Id="R3d830b82fe254e0b" /><Relationship Type="http://schemas.openxmlformats.org/officeDocument/2006/relationships/presProps" Target="/ppt/presProps.xml" Id="Rc8cac6d2e2bd4555" /><Relationship Type="http://schemas.openxmlformats.org/officeDocument/2006/relationships/tableStyles" Target="/ppt/tableStyles.xml" Id="Re76fb83e0a4a4091" /><Relationship Type="http://schemas.openxmlformats.org/officeDocument/2006/relationships/slide" Target="/ppt/slides/slide1.xml" Id="Ra0b7d346725448eb" /><Relationship Type="http://schemas.openxmlformats.org/officeDocument/2006/relationships/slide" Target="/ppt/slides/slide2.xml" Id="R6b66c5e9b52d4f7b" /><Relationship Type="http://schemas.openxmlformats.org/officeDocument/2006/relationships/slide" Target="/ppt/slides/slide3.xml" Id="Rf82303a81b1044cc" /><Relationship Type="http://schemas.openxmlformats.org/officeDocument/2006/relationships/slide" Target="/ppt/slides/slide4.xml" Id="R7698a4623b3c47da" /><Relationship Type="http://schemas.openxmlformats.org/officeDocument/2006/relationships/slide" Target="/ppt/slides/slide5.xml" Id="R6f052e7772584427" /><Relationship Type="http://schemas.openxmlformats.org/officeDocument/2006/relationships/slide" Target="/ppt/slides/slide6.xml" Id="R7e588872e29547a7" /><Relationship Type="http://schemas.openxmlformats.org/officeDocument/2006/relationships/slide" Target="/ppt/slides/slide7.xml" Id="R6cd32f273b5640c7" /><Relationship Type="http://schemas.openxmlformats.org/officeDocument/2006/relationships/slide" Target="/ppt/slides/slide8.xml" Id="R39bba9544c5143a4" /><Relationship Type="http://schemas.openxmlformats.org/officeDocument/2006/relationships/slide" Target="/ppt/slides/slide9.xml" Id="Ra3b8e414b23d43ea" /><Relationship Type="http://schemas.openxmlformats.org/officeDocument/2006/relationships/slide" Target="/ppt/slides/slide10.xml" Id="Ra6da9a008e474680" /><Relationship Type="http://schemas.openxmlformats.org/officeDocument/2006/relationships/slide" Target="/ppt/slides/slide11.xml" Id="Ra857a9eedec14901" /><Relationship Type="http://schemas.openxmlformats.org/officeDocument/2006/relationships/slide" Target="/ppt/slides/slide12.xml" Id="Rac9b9c2dfed54b25" /><Relationship Type="http://schemas.openxmlformats.org/officeDocument/2006/relationships/slide" Target="/ppt/slides/slide13.xml" Id="R6178a71cfa5a41c1" /><Relationship Type="http://schemas.openxmlformats.org/officeDocument/2006/relationships/slide" Target="/ppt/slides/slide14.xml" Id="R0a038aa4157546a6" /><Relationship Type="http://schemas.openxmlformats.org/officeDocument/2006/relationships/slide" Target="/ppt/slides/slide15.xml" Id="R515d448612c94a10" /><Relationship Type="http://schemas.openxmlformats.org/officeDocument/2006/relationships/slide" Target="/ppt/slides/slide16.xml" Id="Rbf417bc4429d4edb" /><Relationship Type="http://schemas.openxmlformats.org/officeDocument/2006/relationships/slide" Target="/ppt/slides/slide17.xml" Id="Rff71364370984e69" /><Relationship Type="http://schemas.openxmlformats.org/officeDocument/2006/relationships/slide" Target="/ppt/slides/slide18.xml" Id="Ra9ed249d2c6c4808" /><Relationship Type="http://schemas.openxmlformats.org/officeDocument/2006/relationships/slide" Target="/ppt/slides/slide19.xml" Id="R62fbe376c54b4331" /><Relationship Type="http://schemas.openxmlformats.org/officeDocument/2006/relationships/slide" Target="/ppt/slides/slide20.xml" Id="R136aa67e53884c54" /><Relationship Type="http://schemas.openxmlformats.org/officeDocument/2006/relationships/slide" Target="/ppt/slides/slide21.xml" Id="Rbdf32128278d4564" /><Relationship Type="http://schemas.openxmlformats.org/officeDocument/2006/relationships/slide" Target="/ppt/slides/slide22.xml" Id="R1ddb7403b8a843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30cf5734184c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cba1f564cc4f08" /><Relationship Type="http://schemas.openxmlformats.org/officeDocument/2006/relationships/notesMaster" Target="/ppt/notesMasters/notesMaster1.xml" Id="Rb3e66e6d247044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e0768e85294c22" /><Relationship Type="http://schemas.openxmlformats.org/officeDocument/2006/relationships/notesMaster" Target="/ppt/notesMasters/notesMaster1.xml" Id="Raa16e3983c254e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12d579c06a48e9" /><Relationship Type="http://schemas.openxmlformats.org/officeDocument/2006/relationships/notesMaster" Target="/ppt/notesMasters/notesMaster1.xml" Id="R9ed759c3f01446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1d0701310c4f27" /><Relationship Type="http://schemas.openxmlformats.org/officeDocument/2006/relationships/notesMaster" Target="/ppt/notesMasters/notesMaster1.xml" Id="R1989c5c2188049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6b316a87ba47f9" /><Relationship Type="http://schemas.openxmlformats.org/officeDocument/2006/relationships/notesMaster" Target="/ppt/notesMasters/notesMaster1.xml" Id="R5bea162fb2074d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e04b70b83b4c1e" /><Relationship Type="http://schemas.openxmlformats.org/officeDocument/2006/relationships/notesMaster" Target="/ppt/notesMasters/notesMaster1.xml" Id="R8fd891bc823547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dcc0025e654018" /><Relationship Type="http://schemas.openxmlformats.org/officeDocument/2006/relationships/notesMaster" Target="/ppt/notesMasters/notesMaster1.xml" Id="R19cb78f6f82f45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a175b66bcf40d6" /><Relationship Type="http://schemas.openxmlformats.org/officeDocument/2006/relationships/notesMaster" Target="/ppt/notesMasters/notesMaster1.xml" Id="R154a172ccae940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9ddc99f6374c04" /><Relationship Type="http://schemas.openxmlformats.org/officeDocument/2006/relationships/notesMaster" Target="/ppt/notesMasters/notesMaster1.xml" Id="Re9841eb3ad254a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84c7de29674f3f" /><Relationship Type="http://schemas.openxmlformats.org/officeDocument/2006/relationships/notesMaster" Target="/ppt/notesMasters/notesMaster1.xml" Id="R4cc5a9dce2e445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be977710794668" /><Relationship Type="http://schemas.openxmlformats.org/officeDocument/2006/relationships/notesMaster" Target="/ppt/notesMasters/notesMaster1.xml" Id="Re8f8c67852704e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9e7f20a69b45d5" /><Relationship Type="http://schemas.openxmlformats.org/officeDocument/2006/relationships/notesMaster" Target="/ppt/notesMasters/notesMaster1.xml" Id="Reb944f32a62f4e3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fda640ddb44f73" /><Relationship Type="http://schemas.openxmlformats.org/officeDocument/2006/relationships/notesMaster" Target="/ppt/notesMasters/notesMaster1.xml" Id="R8186adfd6f3b4c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a7824401ef94d83" /><Relationship Type="http://schemas.openxmlformats.org/officeDocument/2006/relationships/notesMaster" Target="/ppt/notesMasters/notesMaster1.xml" Id="Rc5ff6144194347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0ef31d72364097" /><Relationship Type="http://schemas.openxmlformats.org/officeDocument/2006/relationships/notesMaster" Target="/ppt/notesMasters/notesMaster1.xml" Id="R5c674c67b21b425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07ae81a2074af4" /><Relationship Type="http://schemas.openxmlformats.org/officeDocument/2006/relationships/notesMaster" Target="/ppt/notesMasters/notesMaster1.xml" Id="Rcc845ecbfa29490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c1d14ece091400a" /><Relationship Type="http://schemas.openxmlformats.org/officeDocument/2006/relationships/notesMaster" Target="/ppt/notesMasters/notesMaster1.xml" Id="R43bcd11446f946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6f1c9afe5814f88" /><Relationship Type="http://schemas.openxmlformats.org/officeDocument/2006/relationships/notesMaster" Target="/ppt/notesMasters/notesMaster1.xml" Id="Ra84153bd93e0467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a52467f7e454dae" /><Relationship Type="http://schemas.openxmlformats.org/officeDocument/2006/relationships/notesMaster" Target="/ppt/notesMasters/notesMaster1.xml" Id="R74315a4ded5d4b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e014d51b5404d81" /><Relationship Type="http://schemas.openxmlformats.org/officeDocument/2006/relationships/notesMaster" Target="/ppt/notesMasters/notesMaster1.xml" Id="R339d4d5a342c436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fb1551421804d0b" /><Relationship Type="http://schemas.openxmlformats.org/officeDocument/2006/relationships/notesMaster" Target="/ppt/notesMasters/notesMaster1.xml" Id="R87ef92a30583413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abe2f2e86d64753" /><Relationship Type="http://schemas.openxmlformats.org/officeDocument/2006/relationships/notesMaster" Target="/ppt/notesMasters/notesMaster1.xml" Id="R89c08424577744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7ccc48fca4b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86d2fb32914dc7" /><Relationship Type="http://schemas.openxmlformats.org/officeDocument/2006/relationships/slideLayout" Target="/ppt/slideLayouts/slideLayout1.xml" Id="R6347275d58f048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47275d58f048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2be6bc3fd45f0" /><Relationship Type="http://schemas.openxmlformats.org/officeDocument/2006/relationships/image" Target="/ppt/media/image.png" Id="Rb4c09f38419b4e3f" /><Relationship Type="http://schemas.openxmlformats.org/officeDocument/2006/relationships/notesSlide" Target="/ppt/notesSlides/notesSlide1.xml" Id="Rd4f8d9f2949748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470ef984d4e13" /><Relationship Type="http://schemas.openxmlformats.org/officeDocument/2006/relationships/image" Target="/ppt/media/image2.png" Id="R9f1483f368e7469b" /><Relationship Type="http://schemas.openxmlformats.org/officeDocument/2006/relationships/notesSlide" Target="/ppt/notesSlides/notesSlide2.xml" Id="R443c7ce0394e44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1a503a35b4307" /><Relationship Type="http://schemas.openxmlformats.org/officeDocument/2006/relationships/image" Target="/ppt/media/image3.png" Id="R13a47fae8f8f456d" /><Relationship Type="http://schemas.openxmlformats.org/officeDocument/2006/relationships/notesSlide" Target="/ppt/notesSlides/notesSlide3.xml" Id="R127f7bab346448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a294d0355446c3" /><Relationship Type="http://schemas.openxmlformats.org/officeDocument/2006/relationships/image" Target="/ppt/media/image4.png" Id="Rbc70faaf9b5046c3" /><Relationship Type="http://schemas.openxmlformats.org/officeDocument/2006/relationships/notesSlide" Target="/ppt/notesSlides/notesSlide4.xml" Id="R197a6ed25d9444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812d0aa56414c" /><Relationship Type="http://schemas.openxmlformats.org/officeDocument/2006/relationships/image" Target="/ppt/media/image5.png" Id="R0d2cfe70b0b84dba" /><Relationship Type="http://schemas.openxmlformats.org/officeDocument/2006/relationships/notesSlide" Target="/ppt/notesSlides/notesSlide5.xml" Id="R25fe50aaac0e41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47eb6b55c415a" /><Relationship Type="http://schemas.openxmlformats.org/officeDocument/2006/relationships/image" Target="/ppt/media/image6.png" Id="R6fa585fe50bb47b6" /><Relationship Type="http://schemas.openxmlformats.org/officeDocument/2006/relationships/notesSlide" Target="/ppt/notesSlides/notesSlide6.xml" Id="Ra9e3042d9b0748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304976331469f" /><Relationship Type="http://schemas.openxmlformats.org/officeDocument/2006/relationships/image" Target="/ppt/media/image7.png" Id="Ree0ffe2c44f54a7c" /><Relationship Type="http://schemas.openxmlformats.org/officeDocument/2006/relationships/notesSlide" Target="/ppt/notesSlides/notesSlide7.xml" Id="Rf330c6a3ba7d4a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b6e790ed64491" /><Relationship Type="http://schemas.openxmlformats.org/officeDocument/2006/relationships/image" Target="/ppt/media/image8.png" Id="Rcdd8628feb6e4f1a" /><Relationship Type="http://schemas.openxmlformats.org/officeDocument/2006/relationships/notesSlide" Target="/ppt/notesSlides/notesSlide8.xml" Id="R92ec633a772441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6788b95224ff1" /><Relationship Type="http://schemas.openxmlformats.org/officeDocument/2006/relationships/image" Target="/ppt/media/image9.png" Id="R9f5fbe400f3041b1" /><Relationship Type="http://schemas.openxmlformats.org/officeDocument/2006/relationships/notesSlide" Target="/ppt/notesSlides/notesSlide9.xml" Id="Rbe5e13d7d5c544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df376a500b44ee" /><Relationship Type="http://schemas.openxmlformats.org/officeDocument/2006/relationships/image" Target="/ppt/media/image10.png" Id="R9608166240bc4f24" /><Relationship Type="http://schemas.openxmlformats.org/officeDocument/2006/relationships/notesSlide" Target="/ppt/notesSlides/notesSlide10.xml" Id="Rb595d176347543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398bd51ef44d1" /><Relationship Type="http://schemas.openxmlformats.org/officeDocument/2006/relationships/image" Target="/ppt/media/image11.png" Id="R2eb024ff18f64578" /><Relationship Type="http://schemas.openxmlformats.org/officeDocument/2006/relationships/notesSlide" Target="/ppt/notesSlides/notesSlide11.xml" Id="R348bb29bdee14f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9809e5d41241e0" /><Relationship Type="http://schemas.openxmlformats.org/officeDocument/2006/relationships/image" Target="/ppt/media/image12.png" Id="R568ae2ae53804b5c" /><Relationship Type="http://schemas.openxmlformats.org/officeDocument/2006/relationships/notesSlide" Target="/ppt/notesSlides/notesSlide12.xml" Id="Rff1eeec1a14f4a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8e202d1cc4eec" /><Relationship Type="http://schemas.openxmlformats.org/officeDocument/2006/relationships/image" Target="/ppt/media/image13.png" Id="R1bd8d240328a44f7" /><Relationship Type="http://schemas.openxmlformats.org/officeDocument/2006/relationships/notesSlide" Target="/ppt/notesSlides/notesSlide13.xml" Id="R5e3abf067ad64e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381f7b5b64f58" /><Relationship Type="http://schemas.openxmlformats.org/officeDocument/2006/relationships/image" Target="/ppt/media/image14.png" Id="R29ee9b776d444b47" /><Relationship Type="http://schemas.openxmlformats.org/officeDocument/2006/relationships/notesSlide" Target="/ppt/notesSlides/notesSlide14.xml" Id="R4fe8263858004c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d908fddea24970" /><Relationship Type="http://schemas.openxmlformats.org/officeDocument/2006/relationships/image" Target="/ppt/media/image15.png" Id="Rcfdb13b35e324cb3" /><Relationship Type="http://schemas.openxmlformats.org/officeDocument/2006/relationships/notesSlide" Target="/ppt/notesSlides/notesSlide15.xml" Id="R610774cb131246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0e1d403964a30" /><Relationship Type="http://schemas.openxmlformats.org/officeDocument/2006/relationships/image" Target="/ppt/media/image16.png" Id="R43ceeaee849c4a47" /><Relationship Type="http://schemas.openxmlformats.org/officeDocument/2006/relationships/notesSlide" Target="/ppt/notesSlides/notesSlide16.xml" Id="R364fcab360cd4d5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73e1ba0324640" /><Relationship Type="http://schemas.openxmlformats.org/officeDocument/2006/relationships/image" Target="/ppt/media/image17.png" Id="R7f32fa7b2432424b" /><Relationship Type="http://schemas.openxmlformats.org/officeDocument/2006/relationships/notesSlide" Target="/ppt/notesSlides/notesSlide17.xml" Id="Rc494c04fbeab479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7d16deffe4d71" /><Relationship Type="http://schemas.openxmlformats.org/officeDocument/2006/relationships/image" Target="/ppt/media/image18.png" Id="R36cbd5802fd64502" /><Relationship Type="http://schemas.openxmlformats.org/officeDocument/2006/relationships/notesSlide" Target="/ppt/notesSlides/notesSlide18.xml" Id="R048b397a2aa04fc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82d45929b40ff" /><Relationship Type="http://schemas.openxmlformats.org/officeDocument/2006/relationships/image" Target="/ppt/media/image19.png" Id="Rc3f5b3035c944328" /><Relationship Type="http://schemas.openxmlformats.org/officeDocument/2006/relationships/notesSlide" Target="/ppt/notesSlides/notesSlide19.xml" Id="R30fe66d2fd89495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e6022d6df41dc" /><Relationship Type="http://schemas.openxmlformats.org/officeDocument/2006/relationships/image" Target="/ppt/media/image20.png" Id="R3c635b24477b4915" /><Relationship Type="http://schemas.openxmlformats.org/officeDocument/2006/relationships/notesSlide" Target="/ppt/notesSlides/notesSlide20.xml" Id="Rf51e16596c2449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a90a8ea90468f" /><Relationship Type="http://schemas.openxmlformats.org/officeDocument/2006/relationships/image" Target="/ppt/media/image21.png" Id="R47d68bcc1ecc4820" /><Relationship Type="http://schemas.openxmlformats.org/officeDocument/2006/relationships/notesSlide" Target="/ppt/notesSlides/notesSlide21.xml" Id="R1f1d74785849449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6e767462a4248" /><Relationship Type="http://schemas.openxmlformats.org/officeDocument/2006/relationships/image" Target="/ppt/media/image22.png" Id="Rc96cf8e3a4ba484f" /><Relationship Type="http://schemas.openxmlformats.org/officeDocument/2006/relationships/notesSlide" Target="/ppt/notesSlides/notesSlide22.xml" Id="Ra9bb833221564d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9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A79A6E-8F13-4C8A-A152-B7F8318D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9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300C0-9726-429C-83DE-A734C1AC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09f38419b4e3f"/>
          <a:stretch xmlns:a="http://schemas.openxmlformats.org/drawingml/2006/main"/>
        </p:blipFill>
        <p:spPr>
          <a:xfrm xmlns:a="http://schemas.openxmlformats.org/drawingml/2006/main">
            <a:off x="857250" y="876300"/>
            <a:ext cx="1066800" cy="1066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F3CE5-CEA9-47C3-BBFF-24633184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EDAE1"/>
                </a:solidFill>
              </a:defRPr>
            </a:pPr>
            <a:r>
              <a:rPr sz="1125" b="1">
                <a:solidFill>
                  <a:srgbClr val="9EDAE1"/>
                </a:solidFill>
              </a:rPr>
              <a:t>PROJECT DECK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21ACD-9349-4667-B637-BB7DE4DF7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BAI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8CDBD-922D-4390-8B78-D91ABBE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8E7EA"/>
                </a:solidFill>
              </a:defRPr>
            </a:pPr>
            <a:r>
              <a:rPr sz="1875" b="0">
                <a:solidFill>
                  <a:srgbClr val="D8E7EA"/>
                </a:solidFill>
              </a:rPr>
              <a:t>面向 BAI / BAI Code 统一品牌的桌面 AI 工作台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1CC7E-765F-4439-9F13-3D228789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</a:defRPr>
            </a:pPr>
            <a:r>
              <a:rPr sz="1350" b="0">
                <a:solidFill>
                  <a:srgbClr val="9CA3AF"/>
                </a:solidFill>
              </a:rPr>
              <a:t>July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5957D-6F5C-4260-8C36-5C8756E2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0"/>
            <a:ext cx="3771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F03072-2F94-4408-B588-C86A29C7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876300"/>
            <a:ext cx="19050" cy="478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707D6E-3BC9-4E4B-BC6C-DC6F2F1B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66900"/>
            <a:ext cx="23241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Desktop workbench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BAI Code runtime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Cross-platform release</a:t>
            </a:r>
          </a:p>
        </p:txBody>
      </p:sp>
    </p:spTree>
    <p:extLst>
      <p:ext uri="{BB962C8B-B14F-4D97-AF65-F5344CB8AC3E}">
        <p14:creationId xmlns:p14="http://schemas.microsoft.com/office/powerpoint/2010/main" val="14169153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EF3EB-F867-4A6F-810C-E0AFEB8E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E1EE1-5E0B-44A2-81A6-DBB54822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当前状态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14D2C-AF75-462E-833A-F768F1D2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BAI Work 已从品牌、运行时和交付链路上独立成型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FF396-259D-421A-A411-E564F719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543FB-3728-4526-8A75-5F6DA9F2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09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产品定位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AC7B1-5BB8-4F6C-B3D8-A0515E93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908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完成 BAI Work 独立品牌整理，围绕 BAI Code 构建桌面工作台。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CFDEE-27CF-43A5-BFE3-B23E27F8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812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EF3F5-754E-41E1-8747-BE05F165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09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已交付构建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0AC4D-4F61-412D-A9E1-51302E1E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Mac Intel x64、Mac Apple Silicon arm64、Windows x64 均已有 0.1.1 同源构建产物。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B88CB-91E7-4AEC-A441-C64106D1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5A2E5C-2C95-4193-8EBD-8DC4A67D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29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运行时策略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FFA941-23D6-4D82-B4B3-4BDF46B9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101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Intel Mac 内置 BAI-Code-Runtime；arm64 Mac / Windows 使用官方 BAI Code 0.9.1 wheelhouse。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F1B6E0-8DC0-446B-9DF1-1D4DFA7A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FF5E6-1097-4E5D-BFFF-B7A0FC7A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229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关键缺口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72533-4743-4673-BF1B-E28A7DE6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官方文档尚未公开桌面本地 service/session/event/permission/question 协议。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91ABC6-3DB7-45AE-93BA-68AB9177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483f368e7469b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9F723-8AC2-4226-9A30-4D4B6596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60F4E-F728-44EF-98D1-542108EB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993424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0C6C6-542B-439E-BACC-8548ABFB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71FE3-6EB5-48C8-8B24-BCAA7443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WHY IT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171E36-B76D-4EA2-B924-22C77E21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单独的 CLI 不能覆盖桌面工程工作流的完整闭环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507AC-14D7-45AB-AE44-F80B9AB7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6096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BAI Code 已提供可用的命令行入口，但桌面工作台需要把项目上下文、会话、审批和产物组织成连续体验。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D237D5-8417-498F-A641-FBC018F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62100"/>
            <a:ext cx="28575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93D2D-BBF4-48DC-8809-B4FC7225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桌面工作台必须补齐的能力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0B09C-F705-4129-8798-F67ABB21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33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71F01-78F6-44AE-9CE7-90D936E1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项目选择、文件引用、Git 上下文和长会话管理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5B0CF4-EC95-407D-83A5-B09A0F6B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19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19FCA-B4A4-4CEE-BC44-94732667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337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运行状态、错误提示、日志定位和可恢复的 runtime 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C59B2-59EF-4DC8-8A20-C7796CDA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05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A04D9-FE51-48F0-9043-38B68450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权限审批、用户问题、工具调用和产物预览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6D1A91-93F4-4947-8BFB-7CB7A150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91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C76D08-6639-4A03-B402-D3196498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053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跨平台打包、桌面安装、品牌资产和更新通道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88166-69D8-4DAD-9263-8BAE3F77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47fae8f8f456d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17C2AA-6A61-4DE7-9041-22680BF3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3461F8-5186-4066-A81B-EAF5B8DD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505510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0E95CD-7A98-4145-BD6E-6AF0B3E8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C5794-51FC-4263-9ECF-22BF6F1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PRODUCT 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F5DBD-3727-401D-9A10-4B00FF2C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BAI Work 的定位是 BAI Code 的桌面工作台层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4FB10-EC9B-45BE-A8BC-93D75720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它不替代 BAI Code 核心，而是在本地桌面边界上统一用户体验、配置、安全和发布。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20CBC-43CB-42B0-80EE-B9C7ED34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91852-51DE-4A6A-8CC1-84116223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面向用户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01E24D-004D-456F-9D08-B22F4F08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673"/>
                </a:solidFill>
              </a:defRPr>
            </a:pPr>
            <a:r>
              <a:rPr sz="1500" b="0">
                <a:solidFill>
                  <a:srgbClr val="5B6673"/>
                </a:solidFill>
              </a:rPr>
              <a:t>桌面 AI 工作台，承载项目、会话、文件、审阅和自动化。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C5CD8-B58D-49BD-A3A5-265B5261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7180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FBFA2-65D4-473A-800A-FCAC267D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194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面向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293A9-054E-4710-9637-5084EEF8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673"/>
                </a:solidFill>
              </a:defRPr>
            </a:pPr>
            <a:r>
              <a:rPr sz="1500" b="0">
                <a:solidFill>
                  <a:srgbClr val="5B6673"/>
                </a:solidFill>
              </a:rPr>
              <a:t>通过本地 /v1/* 兼容边界连接 BAI Code CLI / 后续 service。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F5DE2C-8AAC-4DF1-9931-F0215BAF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7180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D6C37-480C-42C8-AD98-97584603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194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面向发布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BEE34-4B4B-4AC4-89CE-962642D7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957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673"/>
                </a:solidFill>
              </a:defRPr>
            </a:pPr>
            <a:r>
              <a:rPr sz="1500" b="0">
                <a:solidFill>
                  <a:srgbClr val="5B6673"/>
                </a:solidFill>
              </a:rPr>
              <a:t>把官方 wheels、Intel runtime、技能和安装器纳入可验证包体。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E86AE-A562-4DAF-9B08-1FF32E42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0faaf9b5046c3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4B5A73-9075-4FC3-8638-BF949087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020893-B3BE-4757-B67A-6CD74CF5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109991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D18E52-3071-4300-870D-A6516ADD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56EA1-6859-4E8E-A94D-541F29F3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PRODUCT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B8449-09E3-4ED0-9605-A3074194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核心用户路径围绕项目会话，而不是孤立提示词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E5B76-DF5C-4DC3-9FFD-820F830C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BE2EA-75A6-48C5-A05C-0CE51F87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299A0-5C83-44F7-986B-BE2EA3C6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20A9B3-F456-4DA8-B935-8CC18DD4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打开项目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39291-A609-410D-96DD-2BFF4F70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选择 workspace，读取 Git 和文件上下文。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237FB-ABCC-4E17-8880-DBAB4BF7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B9FE27-2BDD-40F9-A67F-08FF5782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622DF-FE32-4835-A667-A89B439B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611AB-8E41-47F5-B79A-C04E9CAE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配置模型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18034-520D-4664-88ED-C0F33B0E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使用 BAI 默认端点或自定义 provider。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2E9A5F-EE8C-4A15-A1B1-1BD9E9E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61111-79EC-4631-BEB0-7DB6573F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AB821-2C7F-4C99-AE0C-2DBEA908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ECB9E-289C-4DC2-A028-FAFDDBFC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运行会话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6B743-EFDE-4CBD-B541-4D13A6AD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发送任务，接收流式进度、工具摘要和变更。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59B12-332D-4107-9596-1FBBE2A7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00C1E5-2B73-4911-B293-F6C5D2F2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04EBC7-7F7C-43DF-9FCC-A573660C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C882EA-8066-463C-B04B-3522DF7C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处理交互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F7FD85-7E4A-421B-9E6F-D871A3CE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审批敏感操作，回答 agent 问题，追踪运行时状态。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8184BB-B629-4891-A2A8-709A4314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B407F3-C0C0-46C0-BFA5-7C9DD025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9CBB3E-25C9-46E0-A03C-C5369615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交付产物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E2E58F-368D-417B-A30E-FB13CCBC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审阅 diff、导出文档、保留会话和检查点。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930EE5-9600-4408-90E8-FFFB6E25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cfe70b0b84dba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9D6A5D-732C-4B4D-99C8-AA2BC7E2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1AC58D-59EA-4D4A-B56B-51B8B558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330555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8A7F5D-22B8-49C4-A8E1-E0F54FEF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98C6D-9E00-4EB3-8F3E-68BE88AC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PRODUCT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F47A0-716B-48AF-86B4-A7424C13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产品体验把工作台、会话和运行时提示放在同一个操作面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E5399-6E91-4426-8102-679D8A05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5722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508B2-E90E-487A-8F0A-BEEE0354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5EDA5-205B-48DE-8695-773508C0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BAI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9A35D-3735-4257-9551-679D4C22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5240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8A0DA-FD0F-41D7-87C0-5745A638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28850"/>
            <a:ext cx="34290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DE296-0E93-407B-808A-E95DDB88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28850"/>
            <a:ext cx="161925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2F403-BA51-4078-8E3D-23731DD9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1047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Projects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Sessions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Archive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2B6D0-3392-4243-98BA-3872AD7B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47950"/>
            <a:ext cx="238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933"/>
                </a:solidFill>
              </a:defRPr>
            </a:pPr>
            <a:r>
              <a:rPr sz="1500" b="1">
                <a:solidFill>
                  <a:srgbClr val="1F2933"/>
                </a:solidFill>
              </a:rPr>
              <a:t>Message timeline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F2933"/>
                </a:solidFill>
              </a:defRPr>
            </a:pPr>
            <a:r>
              <a:rPr sz="1500" b="1">
                <a:solidFill>
                  <a:srgbClr val="1F2933"/>
                </a:solidFill>
              </a:rPr>
              <a:t>Runtime 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F2933"/>
                </a:solidFill>
              </a:defRPr>
            </a:pPr>
            <a:r>
              <a:rPr sz="1500" b="1">
                <a:solidFill>
                  <a:srgbClr val="1F2933"/>
                </a:solidFill>
              </a:rPr>
              <a:t>Composer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8F3029-6D43-46CD-85BB-2A6AEC4D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47950"/>
            <a:ext cx="95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Plan</a:t>
            </a:r>
          </a:p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Diff</a:t>
            </a:r>
          </a:p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Preview</a:t>
            </a:r>
          </a:p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8C1888-AFC1-43F9-BB75-8618F79E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876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20E226-9BD0-4F99-BC7E-ECE85492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097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项目/会话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ED40B3-BF7F-483D-9E12-2DDB2276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336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侧边栏聚合项目、线程、历史和归档。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8ED40-5052-44BB-8972-4AEB1110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52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298318-5F94-4EFD-9771-720C5F26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860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模型配置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C8AEC4-EADC-4039-BCEC-0001966A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composer 与设置页共享 provider/model 选择。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ADC0DF-B747-4B5F-8ADE-53E71FE5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29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80D237-85EE-4AC3-AB39-0504DA50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623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运行时提示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EDA089-0A42-4619-AB4A-562734FA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86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Runtime banner 暴露错误、日志路径、重试和设置入口。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80F372-837D-4494-B545-2B5168A9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05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F2E31C-6D4E-4A66-AB46-23CAB42A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386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审阅面板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4CF2BD-761D-41A6-B56B-ECE62AE1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变更、计划、预览和文件引用作为右侧工作面。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9820A4-11C0-4ED7-A228-F0636567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585fe50bb47b6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EBB559-9002-4D82-BF17-8E5E03E3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812A67-1C63-47D9-996D-461852F6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3658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8DAFFB-508C-45DC-AA17-EA85F3FE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98B31-6335-4892-9E5B-75606DE4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RUNTIME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F9133-66A8-45B8-B9C6-DBD87128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Runtime UX 明确区分“可运行”和“缺协议”两类问题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5914E-592E-421D-9FCF-03B5CFFD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12701-E058-4C57-B8D3-B826AD96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运行能力探测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E394A-9DA4-4A50-BF46-E92EE824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43053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探测 baicode --version 与 app-local runtime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Mac Intel 可直接使用内置 BAI-Code-Runtime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arm64 / Windows 可从 wheelhouse 创建本地 venv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失败时提示安装 Python 3.10-3.13 或配置现有 baicode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C6EA7-0C87-48B3-959F-6674C3EA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002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D9660-4209-4795-BB97-7526C31C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09800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协议缺口提示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356D4-46ED-413B-A408-B1C0CC94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09850"/>
            <a:ext cx="43053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CLI 可用不等于桌面 service contract 可用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session / event / permission / question 缺口在错误中显式暴露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当前桥接层先保障基本 chat/completions 路径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后续接入官方协议时保持 renderer 边界稳定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89F05-DDA6-4BCA-90A1-39D375C1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77A09-B19F-4C30-9E31-5EFE114B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4574BE-8AE1-4E2C-9B19-83F25088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e2c44f54a7c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DBE92-DEA7-4A5A-AAD9-DE71DAD3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B3A98-7B10-46BF-BF10-E3878949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181921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50B8C9-0D99-4E05-AAF8-CC6455F5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0667D-5160-413E-9572-49069FB8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E8F4A-D910-48C0-AFC3-8535B691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架构选择保留 Electron 桌面边界，同时替换 runtime 核心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64205C-3E8C-43EC-97C8-5D12D827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732D8-E27C-4635-A0B8-ECD2CDF5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Renderer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A3DD5-5300-4F80-B9DF-A240259F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React / TypeScript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Workbench UI, settings, chat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A1640-DB0C-47E8-AF5B-750668C0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245952-A886-4656-95F3-E17F8D07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A97EE-1A14-470E-86EB-BCA18CE2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Preload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BA19F-7C24-4E37-ABC1-30E1A8E8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受控 IPC bridge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runtime events, desktop commands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9D9335-F46A-44FD-9859-BF3954C5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92185-2647-4E56-A35F-03D2FCE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C7BCF-87AA-4347-8D9E-1CF9FED7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Main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EA2B6C-91D9-48D4-A86F-1BC1E348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Electron host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settings, packaging,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local adapter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2FF98-A8B0-4571-A80D-13A84C19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474D9-E09C-4F01-A60B-D76F03E3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FC25AB-660D-4ADB-AE97-A5887FC9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Runtime 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02A76-B415-4206-9530-31A084E2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BAI Work adapter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/v1/*, SSE,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provider config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407634-7919-48FC-8E8A-0D86FC40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815BA-42D7-4E8B-B6AC-B1F0C839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1117"/>
          </a:solidFill>
          <a:ln xmlns:a="http://schemas.openxmlformats.org/drawingml/2006/main" w="9525">
            <a:solidFill>
              <a:srgbClr val="0D11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4052B-D8C5-4F34-AB52-C7AC5FDA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BAI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44163A-939B-4B07-8AD1-30405AA3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DECEF"/>
                </a:solidFill>
              </a:defRPr>
            </a:pPr>
            <a:r>
              <a:rPr sz="1200" b="0">
                <a:solidFill>
                  <a:srgbClr val="CDECEF"/>
                </a:solidFill>
              </a:rPr>
              <a:t>baicode CLI today</a:t>
            </a:r>
          </a:p>
          <a:p xmlns:a="http://schemas.openxmlformats.org/drawingml/2006/main">
            <a:pPr algn="ctr">
              <a:defRPr sz="1200" b="0">
                <a:solidFill>
                  <a:srgbClr val="CDECEF"/>
                </a:solidFill>
              </a:defRPr>
            </a:pPr>
            <a:r>
              <a:rPr sz="1200" b="0">
                <a:solidFill>
                  <a:srgbClr val="CDECEF"/>
                </a:solidFill>
              </a:rPr>
              <a:t>future service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C6B044-F808-48F6-A1CA-AC68F582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稳定的桌面边界让 runtime 核心可以逐步从 CLI bridge 迁移到官方 service。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C9BD6F-198D-4A1B-91AA-D78B8F0D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8628feb6e4f1a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A86DC0-6ADC-4C37-98AC-E7D6F913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BB4026-CA48-4248-8778-0C94AC53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62524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66812C-4E78-49DA-BA94-7F51AE04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C1BA4-CA73-4849-B0AB-60D19AB6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3C892-AC80-4EE0-A80C-4DF2BD3D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main / preload / renderer 的职责分层降低替换风险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9E82B-BA02-466E-BB51-9622B0EC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Renderer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912FC-32E1-436E-8B28-6C269ED3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DA1852-B04E-4160-85C0-3D550F51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6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69D8C-92AC-4D38-9D44-98C6DE33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工作台 UI 与状态管理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F8D8D-1982-48C7-84A3-957D6D9B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686CF-5FD9-443F-8170-93FCD124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composer、会话、设置、右侧面板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B1FF3C-FCB5-4E62-B63E-D9C68310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4D0F98-C3DC-475A-BB99-233E6FED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只依赖稳定 runtime-client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E4728-B858-446D-B682-5E2C07A7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Preload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7B264-5253-4FEB-96A9-A04A71AC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193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E29186-9278-417E-ACED-C7EC7E3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6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09728-3FAE-4476-9721-023957E1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813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暴露最小 IPC 能力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6753F-31C7-458A-9D18-534542A5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63F5C-440B-4731-9CBA-CED2C8E0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290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转发 runtime:sse-event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F7B6A-29AC-49A8-98EE-A97F2B23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62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7CBF97-A2B6-4011-A19B-9C366992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767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避免 renderer 直接接触 Node 权限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D838B-3957-4004-BFA2-A56B84D0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62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5BFE7-D445-4B1E-979A-BED3FAF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0DE3B2-D352-496E-A6BC-16FBEC37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6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233F7A-5FAC-4E67-A8C4-F74C3005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813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维护设置、文件、Git、packaging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8413E5-1877-497E-ADCE-0BCE7B0E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716F30-13B4-46BB-B855-1DAA095D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290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启动并代理 runtime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340811-308A-423D-B4F4-6C6CA2A1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62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EB230C-014B-4B7D-8928-D3D2DDEC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767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把桌面能力收敛到本地服务边界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99E94B-088C-4068-9716-B62DA968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fbe400f3041b1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1B2FEC-D1DA-4378-9C4A-043C72AF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289602-1E76-46B8-8B3F-B570A5F9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033169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43CE40-3854-4A53-A2A5-093DC764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CF9713-C61D-47F6-A49C-E3684EFD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RUNTIME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B87B0A-350B-4727-9F69-AA7F7AA1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Runtime adapter 用兼容层吸收官方协议尚未稳定的风险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E22A6-4689-4587-95B3-129023B2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稳定边界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FE9E9-D3EA-4AEB-A3A8-7B9D4016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002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C562D-C6FE-4F90-BAF4-9FE8516D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478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renderer 继续访问 /v1/runtime、/v1/threads、/v1/skills、/v1/usage 等桌面接口。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70BE45-2783-4114-964D-846A8C7A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桥接策略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4FFE1-11CF-4A2C-A3FB-977ACFAD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765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99763-3AE2-4372-8C8C-134342AE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7241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当前实现内存线程与 SSE，调用 BAI OpenAI-compatible chat/completions 完成基础对话。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2CDDD-A20E-40BA-A02C-E5505914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显式缺口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457EA-3483-40DD-99F2-BE19D8D6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752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BAF5E-920A-40BF-BA77-D0C3F9DE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004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resume-session、approval、user-input 等依赖官方 local service contract 的接口返回明确错误。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F35403-B132-43D8-96C3-2DC07F4B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迁移路径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B80D9-1027-4A80-8E22-D3DC05BE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291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B21F5-98AE-414F-BD1D-78F9414E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767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当 BAI 发布 service contract 后，只需要替换 adapter 内部实现，不扰动桌面 UI。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AD5EF8-6B86-43EB-BE56-2787FDCB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8166240bc4f24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AF3F0B-DAF0-4ABD-882C-7D731C4E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112A8-D0ED-422B-B53A-DCA2EE75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70003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14B0CC-F507-45E6-90AB-305338D0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407D5-6331-4A6F-BB17-D2E80053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BAI CODE ADAPTATION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5C535-CA04-4A9B-919D-05B617DD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BAI Code 适配采用“可内置则内置，可 bootstrap 则 bootstrap”的分发策略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CD63F4-CA26-4775-970D-6EE46001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1432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6F973-6EC8-4B60-8DD4-904BA031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1117"/>
                </a:solidFill>
              </a:defRPr>
            </a:pPr>
            <a:r>
              <a:rPr sz="1950" b="1">
                <a:solidFill>
                  <a:srgbClr val="0D1117"/>
                </a:solidFill>
              </a:rPr>
              <a:t>Mac Intel x64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659D8-388D-44A9-88DB-D8101094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随包包含 BAI-Code-Runtime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CPython 3.11.15 + BAI Code 0.9.1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bin/baicode 使用相对路径选择运行时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2EE15-C100-4F7E-B067-2C292ADA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38350"/>
            <a:ext cx="31432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5EBACD-87A1-4845-84A5-7F5F2EC7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241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1117"/>
                </a:solidFill>
              </a:defRPr>
            </a:pPr>
            <a:r>
              <a:rPr sz="1950" b="1">
                <a:solidFill>
                  <a:srgbClr val="0D1117"/>
                </a:solidFill>
              </a:rPr>
              <a:t>Mac Apple Silicon arm64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7D7A7-9D3B-4C3A-9552-165D4043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随包包含 BAI-Code-Official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官方 macOS arm64 cp310-cp313 wheels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目标机用 Python 3.10-3.13 创建本地 venv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84DCA1-EFBD-42BB-A1C1-8B81A04D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432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8EFE0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C35DD-6DC4-4E87-9DA1-375F08DD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241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1117"/>
                </a:solidFill>
              </a:defRPr>
            </a:pPr>
            <a:r>
              <a:rPr sz="1950" b="1">
                <a:solidFill>
                  <a:srgbClr val="0D1117"/>
                </a:solidFill>
              </a:rPr>
              <a:t>Windows x64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922F9B-EDE8-4EE0-8A2C-D102EA0D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随包包含 BAI-Code-Official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官方 win_amd64 cp310-cp313 wheels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在用户数据目录创建 venv 后运行 baicode.exe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C8C95-3D21-484F-8060-002BBEE9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024ff18f64578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3C77EF-EBC7-4A2D-9F10-EEADA49C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680A1-778C-4E39-B6EB-4C3A81F5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022580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2B2B6C-5635-4543-8285-C9D359C9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F4227-5FBF-4A40-80F5-601E063E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SERVICE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D07A7-FA76-4ADE-9E8A-9126BD8C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官方公开能力与桌面所需协议之间仍有一个待确认缺口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CBFCC-3B58-43CE-AC24-1A142FF6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431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6374"/>
                </a:solidFill>
              </a:defRPr>
            </a:pPr>
            <a:r>
              <a:rPr sz="1875" b="1">
                <a:solidFill>
                  <a:srgbClr val="0E6374"/>
                </a:solidFill>
              </a:rPr>
              <a:t>官方已公开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E5D72-3211-4082-A64D-AD935A95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43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桌面仍待确认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9F870-AD38-4C3A-A304-E1381678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19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0368E-1503-4686-BF69-80FB5CFB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336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baicode CLI 安装与运行方式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96B13B-A475-46B5-913B-F8490A48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71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08546-1474-47EF-965D-9F814B1C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8610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Python wheel / wheelhouse 分发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1C1BAC-FB7F-400F-A31F-AEC21DFA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959397-B9EC-46EF-B872-CF90B6E3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385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OpenAI-compatible LLM 参数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4BC77-8BBE-4F96-AC0B-2B4FBDD3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19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7A6C61-8092-479B-9B11-354AEFF2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336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本地 service 启动与健康检查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071D2-D8A3-460D-AA94-004150CC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71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7AC3D-556F-4A65-8B10-593465A0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8610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session create/list/read/resume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97FEF-F915-4223-ABB3-E02F0353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24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7EF722-D1BA-4ADC-82E8-E9576753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event stream / SSE 语义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49B78-4C61-4413-8861-500D127C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76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9377E-FD47-4F13-A7F5-3B0F7D9A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9100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permission reply 与 question reply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63EAAA-F19D-4462-B78B-752C6831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053DCA-D6E1-43E8-906D-7A3D789C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3508B-65CC-4E4C-BCB2-748C8F80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3400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BAI Work 当前把缺口作为产品风险显式管理：代码、错误信息和路线图都指向同一个 service contract 待确认项。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C3EE6F-86BD-46AD-9BC0-8C4555D8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ae2ae53804b5c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CD580F-3045-415D-9F92-92A458FD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C7BEE1-A6DC-4565-B824-5A4F6F92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604053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2CD89D-C122-4B8D-9CFC-95154FC5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25B1B-8C7A-4506-A48A-F0C55A49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PROVIDER SETTINGS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C9117-F7B1-4894-890F-F99048D0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模型配置默认 BAI，但不把凭据或端点写死在包体里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33420-E60E-4183-BA0B-9D72A953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3905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D1117"/>
          </a:solidFill>
          <a:ln xmlns:a="http://schemas.openxmlformats.org/drawingml/2006/main" w="9525">
            <a:solidFill>
              <a:srgbClr val="0D11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4746C-4CA7-4165-88E4-AAD74EB9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BAI default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4725BC-9C09-4F28-8A99-750640AA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DF3F5"/>
                </a:solidFill>
              </a:defRPr>
            </a:pPr>
            <a:r>
              <a:rPr sz="1575" b="0">
                <a:solidFill>
                  <a:srgbClr val="DDF3F5"/>
                </a:solidFill>
              </a:rPr>
              <a:t>https://api.b.ai/v1</a:t>
            </a:r>
          </a:p>
          <a:p xmlns:a="http://schemas.openxmlformats.org/drawingml/2006/main">
            <a:pPr algn="l">
              <a:defRPr sz="1575" b="0">
                <a:solidFill>
                  <a:srgbClr val="DDF3F5"/>
                </a:solidFill>
              </a:defRPr>
            </a:pPr>
            <a:r>
              <a:rPr sz="1575" b="0">
                <a:solidFill>
                  <a:srgbClr val="DDF3F5"/>
                </a:solidFill>
              </a:rPr>
              <a:t>chat_completions</a:t>
            </a:r>
          </a:p>
          <a:p xmlns:a="http://schemas.openxmlformats.org/drawingml/2006/main">
            <a:pPr algn="l">
              <a:defRPr sz="1575" b="0">
                <a:solidFill>
                  <a:srgbClr val="DDF3F5"/>
                </a:solidFill>
              </a:defRPr>
            </a:pPr>
            <a:r>
              <a:rPr sz="1575" b="0">
                <a:solidFill>
                  <a:srgbClr val="DDF3F5"/>
                </a:solidFill>
              </a:rPr>
              <a:t>custom providers allowed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2B60D-FA2B-4CDE-9518-2470DE49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9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A4D16-F916-41D0-9788-0417ABF2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240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默认 provider 为 BAI，baseUrl 为 https://api.b.ai/v1，endpointFormat 为 chat_completions。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5E8FE6-86BE-4E00-816D-4D715D16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9FDC2-79B9-4AD6-8596-941C482A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模型列表由 preset 管理，支持 BAI 默认模型与自定义 OpenAI-compatible providers。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4CB43-BE6A-4FD0-A939-4EA5A6F5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AB0FB-3E02-4A3D-A574-4FE66120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API key 只来自用户设置、本地运行环境或 provider profile，代码和资源包不包含真实凭据。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64B784-1F47-4824-90E6-E51F23E3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671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8952F6-230F-4E17-9549-F0DF6289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814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运行时信息只暴露 apiKeyConfigured 布尔状态，不回显 key 内容。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DC819-36B6-4197-BE1A-0E49984B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8d240328a44f7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BEDB9-FB44-44FA-A3F1-A69C54E9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D814E-9457-44A1-BFC2-189C5FBE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771574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E30093-118D-4A0B-92A6-834F85A9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F3796-9683-4F92-AC3C-3F6AF88F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EBAI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317B7-0AFF-4DD3-BBE6-AD686FA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EBAI 能力已内化为 BAI 原生目录和命令形态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B121D-EF5F-46A2-981D-B34F6E9D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commands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A9EF3-6381-409D-BCD5-13DC6F95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240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3CE82-13EB-4B6D-A87B-45ECEF0A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62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~/.bai/commands/*.md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9443B-A436-4717-944F-539F76AB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保持 slash command 可发现、可覆盖。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B336F-C758-4904-B325-6300759B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CCDED-E54D-458C-98EA-4242BF70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487B2E-7676-4904-9866-076EAD80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622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B084A-D64C-47FA-9F00-F9846C29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~/.bai/commands/ebai-agent-*.md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18BAD-667B-4693-AA67-C270B8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908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把 agent 规格转为 BAI slash command。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D37D7-7C05-4229-B4B1-FE665732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4E0D1-3785-4511-89CA-AAA89EAF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937B7A-ED21-4E9E-A803-7182A70C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97F291-C1D5-4310-99BA-3C56CC56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38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~/.bai/skills/ebai-rules/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3897E-359F-4980-BCAB-D69ACBC3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290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以 skill 形式安装 common rules，可选全量规则。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0C546-38A7-406E-BEA3-B4E3B9AB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C41168-D2EB-4E7C-836C-8976EA87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hooks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287A9-F878-4255-B2F4-37ED7C4F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386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1A2EB6-9A9A-42CA-96DD-6B2FF6D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76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~/.bai/ebai/hooks/hooks.toml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9C941E-2958-4573-903F-4D4F865F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672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生成 BAI hooks.toml，默认 enabled = false。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776066-D629-4B8F-BC89-001CBEA5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2C150-D288-453E-A653-FAD201A6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e9b776d444b47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5F60A-7EE6-4D35-BF0F-E4C4555C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A0F57-E670-4ACC-8A1A-88035DEB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974012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2D7959-3A38-441C-A789-05BACD5A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B0A2F-AECD-48E8-BBB6-DF4D4639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EBAI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2D56E-8C8F-4CF4-930E-79A7B7B3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EBAI hooks 的安全策略是先生成、后审阅、再按 workspace 启用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378DC-375B-4192-B720-4761DFF2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C7FA3-7776-47B8-A152-2BACB770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955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默认关闭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B09E2-4B80-40A4-914B-C390F21D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95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生成的全局 hooks.toml 始终 enabled = false。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90134-CB55-4742-8592-A99CC1DD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240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A0A97-D23A-478D-9CE4-5AF43C37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955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信任边界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B03DE-FC40-4617-B2BD-806A3DB7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95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启用 hooks 必须提供 trusted workspace 路径。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8F843-F0F7-44F1-B123-B07FD073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060D2-5A6E-4BB4-969A-FEA769EB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作用域收敛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AE4CB-C715-4A97-97E6-2580D2EB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766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真正启用的 hooks 写入 workspace/.bai/hooks.toml。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FF51E-BCC5-4272-AE7F-13FC0F10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9DD95-887A-4B68-8652-EC2E558F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命令改写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3DF53-1C5C-49F7-8D62-2796A23D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执行前进入 EBAI source，并设置插件根目录环境变量。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61A74-9C04-46C2-8F3A-ED425020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FF4E89-1FF4-4331-9209-E8D27BA2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内容防护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700CAE-4F5D-4DE4-86CF-22B8CCF6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57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规则目录复制时拒绝 symlink，降低意外路径穿透风险。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E651ED-375D-4211-8645-C1072C53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13b35e324cb3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6DF571-08BB-4C44-BF17-7E523173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3C2CD3-430D-4402-AE83-EF2C8F17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304088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6420FC-28B3-42A9-A4E3-BBCE374D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ACDFB-8888-4231-A49E-58BE39C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BUILD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12ADE-95A9-4CFC-A573-8707E7B3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0.1.1 已完成三个桌面平台的同源构建与启动验证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E99643-E5B6-4D20-A55D-79C336E2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611716-56DA-449C-9FE7-6CCCD24E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6374"/>
                </a:solidFill>
              </a:defRPr>
            </a:pPr>
            <a:r>
              <a:rPr sz="1050" b="1">
                <a:solidFill>
                  <a:srgbClr val="0E6374"/>
                </a:solidFill>
              </a:rPr>
              <a:t>mac-x64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7D78B-FF5D-4783-8D71-6EF1AC2C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431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BAI-Work-0.1.1-mac-x64.dmg</a:t>
            </a:r>
          </a:p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BAI-Work-0.1.1-mac-x64.zip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3AE27-84A8-44D7-B1A8-727D4AF2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19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Intel runner 验证，包含自持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BA3F5-B3E3-4205-9D07-232F7E12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670A7-38DD-4837-9FE0-7566E5C7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D7043-4B6B-4884-BE22-883B02B1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6374"/>
                </a:solidFill>
              </a:defRPr>
            </a:pPr>
            <a:r>
              <a:rPr sz="1050" b="1">
                <a:solidFill>
                  <a:srgbClr val="0E6374"/>
                </a:solidFill>
              </a:rPr>
              <a:t>mac-arm64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399B7D-E129-444A-AA63-60DC2249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861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BAI-Work-0.1.1-mac-arm64.dmg</a:t>
            </a:r>
          </a:p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BAI-Work-0.1.1-mac-arm64.zip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6082F-F8F3-496F-ABB9-6CD070E4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62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M1 runner 验证，使用官方 wheelhouse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9AC8CB-5F25-46B1-8980-9CE6E1FE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1BB55C-558B-4A15-A2B1-DCC9C23A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8EFE0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C84E6-34F9-4923-A640-61D69BBD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6374"/>
                </a:solidFill>
              </a:defRPr>
            </a:pPr>
            <a:r>
              <a:rPr sz="1050" b="1">
                <a:solidFill>
                  <a:srgbClr val="0E6374"/>
                </a:solidFill>
              </a:rPr>
              <a:t>win-x64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1CE435-B9D4-4D38-8167-90775DE0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291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BAI-Work-0.1.1-win-x64.exe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B5A7B4-2898-46B6-8167-91101A68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05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Windows 2025 runner 验证，NSIS 安装器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65FD92-D01A-48B7-B474-4E762AF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DF22D-4B63-47E9-8FF0-9C46194B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eeaee849c4a47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98968-BF96-4809-985C-0965D921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6CA892-C301-4400-9A71-15C20EB8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531289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673B26-F0C3-45B6-83F1-D67DA8D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28E71-41C4-42B0-936B-04AE9593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RELEASE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DFFED-3244-4232-857D-0DC2713D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发布链路已经把包体资源、签名和更新元数据纳入配置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50B1F-DF17-4233-BDBC-F8E6C25F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6E6FB-EE8B-4013-8F9D-083392D7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288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包体命名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3E47F-EBDB-4167-A090-8B628184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097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BAI-Work-${version}-${os}-${arch}.${ext}，与 updater / R2 metadata 对齐。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99EA0-B99D-46BF-A81D-5356F6F3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ED9BC-4994-4638-BB8F-0B43D8D9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14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资源选择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82258-5752-485E-AA23-D5F78A3D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955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extraResources 按目标平台选择 BAI-Work-Skills、BAI-Code-Runtime 或 BAI-Code-Official。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148CF-20AF-48E1-8374-67DBEC39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3646E-A7A0-4365-AEAA-39068343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macOS 安全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56EDC-037A-4C64-84AA-B74CE175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813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Developer ID 开启时启用 hardened runtime、timestamp 和 notarization hook。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5A8DB-DCB2-4539-98D4-F01DD6D5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DF025-2DAF-4B2E-965D-B568E834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86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Windows 安装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F88D6-5C8E-4655-BBB4-F7F08BFF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671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NSIS 支持安装路径选择、快捷方式重建和 app data 保留。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7F0FF-546E-4E7D-8463-E0189041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11246-2242-47CC-A728-EDF031C2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发布通道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D02BD-81AF-48D6-B694-C68C4268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529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R2 stable/frontier 与 latest promotion 脚本已预留。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CF6587-A3DE-4F33-85A9-CB41F379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2fa7b2432424b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1D9327-CB9A-43FA-9EF9-5008A105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F3FFC4-4860-48F1-A517-D3676FC0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387548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E93D3C-7EA3-4D18-A8FB-615B50A1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263B6-D5D3-40A5-B3A6-4375B44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SECURITY AND COMPLIANCE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37541-0395-43F8-8D86-FDFB8C61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安全与合规原则已经体现在 runtime、settings 和 packaging 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9E186-C8D8-441A-9486-1917D327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不硬编码凭据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7A908-AFB2-4C6D-8BD9-68D21914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630786-4DCE-4035-9C6D-3C21FAF8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API key 只作为本地凭据处理，不写入代码、deck 或资源包。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53993-C44C-4CC3-A44E-585A096D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本地服务默认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747E8-EB4A-4406-8D3D-2BFBAF78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B18F7D-0C9D-4159-951B-3227CEEA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6700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desktop runtime 绑定 127.0.0.1，避免暴露到网络。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14D9B-DFE3-499C-9858-2F58EB78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最小 IPC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7B812-0EC2-4EE0-B8CF-9CB6DD3E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384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9061F-EF6D-473F-99AE-D4BA095B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6700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preload 将 renderer 与 Node 能力隔离。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A95A7-5AF6-4D89-ABD1-49199107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hooks 谨慎启用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8D046-C0DC-4A3F-8AA1-43368EA5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222411-9E2A-4045-B6B4-09E37F5F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EBAI hooks 默认关闭，启用必须限定到 trusted workspace。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5D8F4-A374-4AA3-95CF-686F61D8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05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资源白名单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661CAC-495C-481E-86D1-C4C28A88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2435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B310BE-774D-43DD-8B1B-C3196B0A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5295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打包测试确认不携带用户本地 skill 目录或历史 core worktree。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B7351-7271-47DA-B0A8-1E5CB626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bd5802fd64502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C556E0-A991-4652-B986-99BE2954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08B0A-797C-4061-B0CF-D1521CF2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817424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0F085A-3DE2-440D-AF43-1D3A6CA1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01C77-A9D2-49AE-9784-9CA8BFCC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FC8EC-BEB9-4524-AAB1-7F899CB1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发布验证应覆盖代码正确性、包体内容和安装器可用性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6C743-35C5-4DCE-B806-8F569281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44989-4D9C-4A2E-9804-4EEE824F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代码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5E1D0-CD33-4EB2-9FBD-F52EA46C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D1FB4-78B0-4A1B-9384-46AB8B4A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npm run typecheck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1E088-7FD5-4506-A093-443C8725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D0E49-53DE-4E50-9D05-66EB395C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npm run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DA452-A73D-49B1-B406-853A042D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E10C3E-E58D-499F-A214-B0208EEC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runtime / settings / EBAI focused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75C72B-0DF3-49CF-8B96-A80F5B37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756EB-7829-4E0B-A82F-C8D25429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macOS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DE928-D925-4D71-9ADC-9E6F7F46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87C15-2482-4829-BC19-69436B98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electron-builder mac x64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3CB83C-7C78-4B1D-8FD2-50CB40E3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B3DB5D-0D1A-42EA-BAE4-A5AACB8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codesign --verify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C7A414-B5A0-4A87-A9B8-11CE6CCC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168FB-D555-41AC-9461-220773EF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DMG mount and app launch smoke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810325-E21B-4E1E-986C-E8BE4AEB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BFE94-4BBB-4B6D-8865-23F0A069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原生平台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6AC53B-977B-453C-B974-ACCC6FA7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F3AAFF-6B63-47C8-804B-A27EF4FF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Mac Intel x64 packaged smoke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3AFC44-8DBB-4C1E-B469-A0419411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A5A021-F6BE-41C9-9767-7AF35AD5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Mac arm64 M1 packaged smoke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B203DB-5081-4E18-BB0C-86510FFC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51D271-80E8-4EE9-83BC-A521B58F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Windows x64 NSIS + runtime smoke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6057EF-C807-4103-B4D9-0F68DC81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7824AC-75CD-4FE5-8DF1-5013F062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发布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3BDA2C-282B-4321-A8C9-9C110362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36C47C-BB36-49A0-A920-52F24267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latest.yml / latest-mac.yml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429F2E-C57E-4D6B-A65B-ADFB675F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1B82FE-9A1B-431E-8041-C652558D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R2 upload and promote dry run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98B525-4418-492A-9EB8-7F9E66BD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BAC24B-229D-41E9-A369-25705837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SHA256 release parts check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8A330A-637A-4677-9A29-5ABD6DC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5b3035c944328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5F997F-FB4E-45C6-84DA-D7300D79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9A3BA-96AE-42D6-885B-29D8DD3A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2046963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DC7363-F3EB-46C2-B67D-56B2DC70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81DF7-CDA3-49EE-A7D9-9A347533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STATUS AND 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CB9BA-30D4-401B-8C0F-89EB7BF1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当前可进入决策评审，但不应掩盖 service contract 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B50E2-761B-4916-9BFA-B47B13B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6374"/>
                </a:solidFill>
              </a:defRPr>
            </a:pPr>
            <a:r>
              <a:rPr sz="1875" b="1">
                <a:solidFill>
                  <a:srgbClr val="0E6374"/>
                </a:solidFill>
              </a:rPr>
              <a:t>已完成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EBFA21-8851-4D71-853F-B830D36B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24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待收敛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B6B55-8572-4778-9D30-B99FE520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62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A930F-AF59-421A-8335-6B168290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BAI Work 品牌、package metadata、icons 与 artifact 命名已落地。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F1182-7C14-4F3B-A3BF-99D0C75E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52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0AEAA-50A4-4B56-8D3F-77571A17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Mac Intel、Mac Apple Silicon 与 Windows x64 产物均完成原生 CI smoke。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1513B-1BF8-4744-A16B-2C0D6AE9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43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40E16D-759A-4276-BAEF-54039831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BAI Code 0.9.1 的 Intel runtime 与两平台官方 wheelhouse 已完成离线安装验证。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99A68-729A-47BC-BFCB-FB7DD252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33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8C50B-998E-47AE-BEC7-BB3CB4F9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EBAI commands/rules/agents/hooks 映射与安全默认值已实现。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A57085-D204-46F6-A059-6BC8D72E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62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57889-1704-46E3-9F15-A07DF61C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765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官方 BAI Code desktop service contract 尚需确认。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1A6017-C889-4D00-80ED-88DABC4D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2B38D-A963-41A7-BFDC-C40AFE04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813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Developer ID、公证与 Windows 代码签名仍需凭据闭环。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405144-0946-4177-A3B5-41C60ADE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71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74598A-E254-4F35-8B19-71769DFB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86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Windows NSIS 的人工安装、升级与卸载体验仍需真实桌面回归。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B523C8-01FF-44C2-8136-900B4AF6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9286A-4980-4F3D-A9C4-E39D1592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910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目标机 Python 3.10-3.13 缺失时的引导体验需要继续打磨。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882D6-1198-47E8-90F9-018995A8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0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BD2DBC-2EBD-4030-9712-32764DE4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35b24477b4915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17F147-5608-4EE8-A7A3-5C9E52F1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A298C-62AB-45BA-A15C-B1736001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1608757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DFA749-0AC1-4CB2-8600-F35721A9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EB687-82FC-45CD-8612-B36C63E3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243F3-FEC4-4F89-936F-2B69BBFC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路线图应优先把 runtime 协议和发布质量收敛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DC89D-9F79-47BB-884A-5C86234B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BC3B8-13CD-4A5F-86AB-1D60E97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D7155-E414-45A2-98A8-28E406E3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2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确认 service contract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EE97F-6780-406F-BD6B-2D7C9593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097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对齐 serve、session、event、permission、question 的官方协议与错误语义。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031CB-696E-4FA9-BF7B-ECC0DADE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2F563-74EB-42E6-A527-C2A123C9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40167-7BD2-4907-8F5D-22689B9B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71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替换桥接实现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16F5C-1BCC-4DFE-A837-5AF3A093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527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保留 renderer /v1/* 边界，把 CLI bridge 迁移到真实 BAI Code service。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355F2-C4A9-4428-83A4-CE590191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5667E-3E52-4BDF-A936-0A5070E7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082BC-964B-4F65-98A9-BF6A616A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完善发布签名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CB1D24-953B-4249-A7D4-F038B8FF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956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Developer ID、notarization、Windows signing 和更新通道联动验证。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31A880-A1CD-4329-A5DA-C0226E05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FF374-16E4-4D47-BABF-C0B1B55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EE6CF5-0DE4-4095-9FE2-3C1299D0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57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持续维护原生 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D2B7C1-9041-47D4-9F98-C5DFB720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保持 mac x64、mac arm64、Windows x64 构建与启动 smoke 稳定。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CED8D2-5360-4270-BFD5-C473FB34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14535-1588-4BEE-84A3-BDAAEAE2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8AD20F-950C-449A-A963-CCA538F8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00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优化安装体验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307D95-6E09-4E6B-A5E9-36735E85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7815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Python 缺失、wheel bootstrap、日志定位和重试流程产品化。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D6AF90-7041-4146-ABEE-16CC1284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68bcc1ecc4820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83077A-C1E2-41B3-B29A-BA2C7E38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AC5547-B7C8-402A-A787-8E3984AF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353753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cf8e3a4ba484f"/>
          <a:stretch xmlns:a="http://schemas.openxmlformats.org/drawingml/2006/main"/>
        </p:blipFill>
        <p:spPr>
          <a:xfrm xmlns:a="http://schemas.openxmlformats.org/drawingml/2006/main">
            <a:off x="857250" y="838200"/>
            <a:ext cx="838200" cy="8382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A6172-2C43-4C5B-A6B5-AA54E652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819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建议把 BAI Work 作为 BAI Code 桌面发行层继续推进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2EBAC-EB2A-40CB-AF41-4C8F2E82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809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E4EA"/>
                </a:solidFill>
              </a:defRPr>
            </a:pPr>
            <a:r>
              <a:rPr sz="1650" b="0">
                <a:solidFill>
                  <a:srgbClr val="DDE4EA"/>
                </a:solidFill>
              </a:rPr>
              <a:t>当前工程已具备统一品牌、三平台原生产物、runtime 适配和安全策略基础。下一阶段的关键，是把签名、公证、Windows 人工安装回归和官方 service contract 对齐做到发布级。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F2BB8-FAB9-4CDF-840E-2EA9E83E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723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6374"/>
          </a:solidFill>
          <a:ln xmlns:a="http://schemas.openxmlformats.org/drawingml/2006/main" w="9525">
            <a:solidFill>
              <a:srgbClr val="0E637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E50A0-1005-4619-9D99-F314D352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决策点：批准进入 runtime contract 对齐与发布候选验证阶段。</a:t>
            </a:r>
          </a:p>
        </p:txBody>
      </p:sp>
    </p:spTree>
    <p:extLst>
      <p:ext uri="{BB962C8B-B14F-4D97-AF65-F5344CB8AC3E}">
        <p14:creationId xmlns:p14="http://schemas.microsoft.com/office/powerpoint/2010/main" val="1768747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2026-07-10T11:37:10.4770000Z</dcterms:created>
  <dcterms:modified xsi:type="dcterms:W3CDTF">2026-07-10T11:37:10.4770000Z</dcterms:modified>
</coreProperties>
</file>